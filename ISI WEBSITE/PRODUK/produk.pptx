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5.jpg" ContentType="image/gif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1" r:id="rId2"/>
    <p:sldId id="3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1B334-E4C7-3C9F-F9E7-424DECAF3D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3CC3B1-F3E6-1DDA-902C-087F8C4BC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F13B89-236B-E483-249D-6A8B86C60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F128E-A47E-4BE9-9C04-24B9BAF68E1D}" type="datetimeFigureOut">
              <a:rPr lang="en-ID" smtClean="0"/>
              <a:t>16/05/2025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B097E2-43ED-DE8F-0896-8EAA9ABFA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4A93FB-9AA0-EB1A-61A8-4F9CCD51B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4D9E-EB2B-4461-9600-ABAD9731824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85552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EF9F4-E287-D7A2-04F4-87CB46FEA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CA828-FB31-CE5B-031F-031A4BC9B2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580E9C-E693-1380-0F8C-3F6A4BD0B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F128E-A47E-4BE9-9C04-24B9BAF68E1D}" type="datetimeFigureOut">
              <a:rPr lang="en-ID" smtClean="0"/>
              <a:t>16/05/2025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8E15E6-F863-BF68-E7C3-EBCC197A8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F3FFD5-B724-5626-1C75-D2C4F0884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4D9E-EB2B-4461-9600-ABAD9731824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25161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97D66-BC9B-3FE3-7C2B-BEDB4A79F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E7D9C6-F48A-8679-3D65-611CB29E4A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06E74-9E3A-383A-83FF-DA8617512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F128E-A47E-4BE9-9C04-24B9BAF68E1D}" type="datetimeFigureOut">
              <a:rPr lang="en-ID" smtClean="0"/>
              <a:t>16/05/2025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F2FFC0-8F2B-A498-E198-41FD60652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0D6F15-F3BE-A96E-16FD-03E818497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4D9E-EB2B-4461-9600-ABAD9731824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145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DB1BD-AEE3-8338-35E6-872DD9688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F3046-659A-469D-284F-69AF4B2FEF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5A2022-53C7-AE97-58CF-F7DF24D7AA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D3F3B-8AFB-B77C-2EF2-2E405BFBA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F128E-A47E-4BE9-9C04-24B9BAF68E1D}" type="datetimeFigureOut">
              <a:rPr lang="en-ID" smtClean="0"/>
              <a:t>16/05/2025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599751-B154-DC83-8A32-C6895F325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1C2188-8F59-CD14-FBF0-B433E517B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4D9E-EB2B-4461-9600-ABAD9731824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44265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03C0C-17C3-70C5-DC67-305F14CBB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77CC25-C0FD-42AE-3E33-CFE5471214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467F06-8D60-9BFC-0E92-49E15B9209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EFAF00-3E0F-B763-BB5A-0FDEECD3EC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06AB84-25E7-18A4-4EC5-09712C9F41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179E5E-458E-D763-67D4-1289ED485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F128E-A47E-4BE9-9C04-24B9BAF68E1D}" type="datetimeFigureOut">
              <a:rPr lang="en-ID" smtClean="0"/>
              <a:t>16/05/2025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4CD687-3FC8-894B-9B27-78AF504A7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D93CFA-DCE6-CE55-73EC-D206BBF58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4D9E-EB2B-4461-9600-ABAD9731824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30726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574CA-594A-A81B-D104-EFFE2E3E5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C8B3A9-2414-0BB0-B3D2-8DAC92A64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F128E-A47E-4BE9-9C04-24B9BAF68E1D}" type="datetimeFigureOut">
              <a:rPr lang="en-ID" smtClean="0"/>
              <a:t>16/05/2025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0B6256-34CE-7E78-0E23-A37BCE92B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016B30-BDCE-C6A2-3753-751FA1489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4D9E-EB2B-4461-9600-ABAD9731824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03165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BA20A0-913F-F43C-EF9E-CD5AB2D9B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F128E-A47E-4BE9-9C04-24B9BAF68E1D}" type="datetimeFigureOut">
              <a:rPr lang="en-ID" smtClean="0"/>
              <a:t>16/05/2025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C3D237-18F9-8DEA-3927-ED3C954F9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AB9BFF-E7EB-2604-3503-BC42C8B36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4D9E-EB2B-4461-9600-ABAD9731824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72651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0CB6C-5537-2AB7-22BB-268680DF9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DB049-0CD3-7CAC-75EA-4A896F9DB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54374B-DC3D-6A06-1FD5-594F81801E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F90F5D-C071-A178-441A-C39D7AB09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F128E-A47E-4BE9-9C04-24B9BAF68E1D}" type="datetimeFigureOut">
              <a:rPr lang="en-ID" smtClean="0"/>
              <a:t>16/05/2025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AAAC22-CCA7-CBF6-84A2-F3E8409F8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139CB5-06CC-9E91-2AD8-0E899AE30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4D9E-EB2B-4461-9600-ABAD9731824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132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69548-65CB-D9FB-B615-29251CB82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21DEE1-BA83-F66F-967A-95BDC475CD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1FE8C1-D4D4-F70E-2787-8F560496CB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38BEEE-A89E-24F4-8264-CA44DD266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F128E-A47E-4BE9-9C04-24B9BAF68E1D}" type="datetimeFigureOut">
              <a:rPr lang="en-ID" smtClean="0"/>
              <a:t>16/05/2025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DA8488-A523-9859-FA42-DCE13E137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4C7617-CCF2-7FE0-465D-751675261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4D9E-EB2B-4461-9600-ABAD9731824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8616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6AD5A-9760-F051-39DF-61A1287FC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7C5CE7-A7C7-EBED-D956-7BECAF8527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90A816-1288-CD63-8E85-46C897520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F128E-A47E-4BE9-9C04-24B9BAF68E1D}" type="datetimeFigureOut">
              <a:rPr lang="en-ID" smtClean="0"/>
              <a:t>16/05/2025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F021D9-50E8-BA79-BD2C-E62ED4A5E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47EA67-190A-E226-D490-096BF686E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4D9E-EB2B-4461-9600-ABAD9731824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84854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ADC470-A22D-5436-92E1-9C0F83A6EA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EA6D65-0387-A893-52A3-3C91635F24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38F807-EF2D-9ACA-06BB-BDE45CE5E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F128E-A47E-4BE9-9C04-24B9BAF68E1D}" type="datetimeFigureOut">
              <a:rPr lang="en-ID" smtClean="0"/>
              <a:t>16/05/2025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37C522-AEE1-4DC9-F22D-384C93636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544874-B45F-DDDF-74B3-122B01EB4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64D9E-EB2B-4461-9600-ABAD9731824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668344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14464D-92EE-42A3-AE5F-4433F65B39B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79611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EB1D3B-D77A-CCA0-4A2B-0921F9466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C81489-3EC2-0B2C-B6E5-B28BE7489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4E4DC7-DFC5-9E04-9196-82E887DCE3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4F128E-A47E-4BE9-9C04-24B9BAF68E1D}" type="datetimeFigureOut">
              <a:rPr lang="en-ID" smtClean="0"/>
              <a:t>16/05/2025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E3F277-2ADD-B17C-C1AB-24E4D3421B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E53ED5-B200-904E-B450-3FD5A29F22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764D9E-EB2B-4461-9600-ABAD9731824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64389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jpeg"/><Relationship Id="rId11" Type="http://schemas.openxmlformats.org/officeDocument/2006/relationships/slide" Target="slide2.xml"/><Relationship Id="rId5" Type="http://schemas.openxmlformats.org/officeDocument/2006/relationships/image" Target="../media/image4.jpeg"/><Relationship Id="rId10" Type="http://schemas.openxmlformats.org/officeDocument/2006/relationships/image" Target="../media/image9.jpg"/><Relationship Id="rId4" Type="http://schemas.openxmlformats.org/officeDocument/2006/relationships/image" Target="../media/image3.jpeg"/><Relationship Id="rId9" Type="http://schemas.openxmlformats.org/officeDocument/2006/relationships/image" Target="../media/image8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11.jpg"/><Relationship Id="rId7" Type="http://schemas.openxmlformats.org/officeDocument/2006/relationships/image" Target="../media/image15.jpg"/><Relationship Id="rId12" Type="http://schemas.openxmlformats.org/officeDocument/2006/relationships/slide" Target="slide2.xm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jpeg"/><Relationship Id="rId11" Type="http://schemas.openxmlformats.org/officeDocument/2006/relationships/image" Target="../media/image19.jpg"/><Relationship Id="rId5" Type="http://schemas.openxmlformats.org/officeDocument/2006/relationships/image" Target="../media/image13.jpg"/><Relationship Id="rId10" Type="http://schemas.openxmlformats.org/officeDocument/2006/relationships/image" Target="../media/image18.png"/><Relationship Id="rId4" Type="http://schemas.openxmlformats.org/officeDocument/2006/relationships/image" Target="../media/image12.jpg"/><Relationship Id="rId9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5562" y="3543749"/>
            <a:ext cx="4648200" cy="3192065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214464D-92EE-42A3-AE5F-4433F65B39B9}" type="slidenum">
              <a:rPr lang="en-US" altLang="zh-TW" smtClean="0"/>
              <a:pPr>
                <a:defRPr/>
              </a:pPr>
              <a:t>1</a:t>
            </a:fld>
            <a:endParaRPr lang="en-US" altLang="zh-TW"/>
          </a:p>
        </p:txBody>
      </p:sp>
      <p:sp>
        <p:nvSpPr>
          <p:cNvPr id="6" name="Rectangle 10"/>
          <p:cNvSpPr txBox="1">
            <a:spLocks noChangeArrowheads="1"/>
          </p:cNvSpPr>
          <p:nvPr/>
        </p:nvSpPr>
        <p:spPr bwMode="auto">
          <a:xfrm>
            <a:off x="1524000" y="0"/>
            <a:ext cx="9144000" cy="381000"/>
          </a:xfrm>
          <a:prstGeom prst="rect">
            <a:avLst/>
          </a:prstGeom>
          <a:gradFill rotWithShape="1">
            <a:gsLst>
              <a:gs pos="0">
                <a:srgbClr val="CCFFFF"/>
              </a:gs>
              <a:gs pos="50000">
                <a:schemeClr val="bg1"/>
              </a:gs>
              <a:gs pos="100000">
                <a:srgbClr val="CCFF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US" dirty="0"/>
              <a:t>Control cable motor cycle </a:t>
            </a:r>
            <a:r>
              <a:rPr lang="en-US" dirty="0" err="1"/>
              <a:t>aplication</a:t>
            </a:r>
            <a:r>
              <a:rPr lang="en-US" dirty="0"/>
              <a:t> part</a:t>
            </a:r>
            <a:endParaRPr lang="en-US" altLang="zh-CN" dirty="0"/>
          </a:p>
        </p:txBody>
      </p:sp>
      <p:sp>
        <p:nvSpPr>
          <p:cNvPr id="8" name="TextBox 7"/>
          <p:cNvSpPr txBox="1"/>
          <p:nvPr/>
        </p:nvSpPr>
        <p:spPr>
          <a:xfrm>
            <a:off x="1563252" y="2272847"/>
            <a:ext cx="2018935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Seat cable 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78431" y="3868718"/>
            <a:ext cx="1295399" cy="82905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24000" y="2588065"/>
            <a:ext cx="2018936" cy="136997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563251" y="2588066"/>
            <a:ext cx="2018936" cy="21337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74801" y="5260318"/>
            <a:ext cx="2018937" cy="143655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1563252" y="4952541"/>
            <a:ext cx="2030485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Brake cable 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113" y="5486401"/>
            <a:ext cx="1930722" cy="984387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20" name="TextBox 19"/>
          <p:cNvSpPr txBox="1"/>
          <p:nvPr/>
        </p:nvSpPr>
        <p:spPr>
          <a:xfrm>
            <a:off x="8589113" y="5173544"/>
            <a:ext cx="1919174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Front Brake cable 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71095" y="3534861"/>
            <a:ext cx="1563981" cy="1235738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8971094" y="3224545"/>
            <a:ext cx="1563980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Speedo cable</a:t>
            </a:r>
          </a:p>
        </p:txBody>
      </p:sp>
      <p:cxnSp>
        <p:nvCxnSpPr>
          <p:cNvPr id="41" name="Elbow Connector 40"/>
          <p:cNvCxnSpPr>
            <a:endCxn id="20" idx="0"/>
          </p:cNvCxnSpPr>
          <p:nvPr/>
        </p:nvCxnSpPr>
        <p:spPr>
          <a:xfrm flipV="1">
            <a:off x="7543800" y="5173544"/>
            <a:ext cx="2004900" cy="541457"/>
          </a:xfrm>
          <a:prstGeom prst="bentConnector4">
            <a:avLst>
              <a:gd name="adj1" fmla="val 26069"/>
              <a:gd name="adj2" fmla="val 142219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45"/>
          <p:cNvCxnSpPr>
            <a:endCxn id="23" idx="1"/>
          </p:cNvCxnSpPr>
          <p:nvPr/>
        </p:nvCxnSpPr>
        <p:spPr>
          <a:xfrm rot="5400000" flipH="1" flipV="1">
            <a:off x="7628712" y="4220218"/>
            <a:ext cx="1409870" cy="1274894"/>
          </a:xfrm>
          <a:prstGeom prst="bentConnector2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Elbow Connector 53"/>
          <p:cNvCxnSpPr>
            <a:endCxn id="15" idx="3"/>
          </p:cNvCxnSpPr>
          <p:nvPr/>
        </p:nvCxnSpPr>
        <p:spPr>
          <a:xfrm rot="10800000" flipV="1">
            <a:off x="3593739" y="5562600"/>
            <a:ext cx="902063" cy="415993"/>
          </a:xfrm>
          <a:prstGeom prst="bentConnector3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/>
          <p:cNvCxnSpPr>
            <a:endCxn id="11" idx="3"/>
          </p:cNvCxnSpPr>
          <p:nvPr/>
        </p:nvCxnSpPr>
        <p:spPr>
          <a:xfrm rot="10800000">
            <a:off x="3582187" y="3654945"/>
            <a:ext cx="1283064" cy="751657"/>
          </a:xfrm>
          <a:prstGeom prst="bentConnector3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4" name="Picture 63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1836" y="1770645"/>
            <a:ext cx="2433239" cy="1372040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65" name="TextBox 64"/>
          <p:cNvSpPr txBox="1"/>
          <p:nvPr/>
        </p:nvSpPr>
        <p:spPr>
          <a:xfrm>
            <a:off x="8074318" y="1459295"/>
            <a:ext cx="2450842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Clutch cable</a:t>
            </a:r>
          </a:p>
        </p:txBody>
      </p:sp>
      <p:cxnSp>
        <p:nvCxnSpPr>
          <p:cNvPr id="67" name="Elbow Connector 66"/>
          <p:cNvCxnSpPr>
            <a:endCxn id="64" idx="1"/>
          </p:cNvCxnSpPr>
          <p:nvPr/>
        </p:nvCxnSpPr>
        <p:spPr>
          <a:xfrm rot="5400000" flipH="1" flipV="1">
            <a:off x="6441258" y="2859556"/>
            <a:ext cx="2063469" cy="125768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8" name="Picture 6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1" y="451343"/>
            <a:ext cx="2619375" cy="1743075"/>
          </a:xfrm>
          <a:prstGeom prst="rect">
            <a:avLst/>
          </a:prstGeom>
          <a:ln>
            <a:solidFill>
              <a:srgbClr val="0070C0"/>
            </a:solidFill>
          </a:ln>
        </p:spPr>
      </p:pic>
      <p:pic>
        <p:nvPicPr>
          <p:cNvPr id="69" name="Picture 6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4291" y="450781"/>
            <a:ext cx="1989709" cy="1740996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71" name="TextBox 70"/>
          <p:cNvSpPr txBox="1"/>
          <p:nvPr/>
        </p:nvSpPr>
        <p:spPr>
          <a:xfrm>
            <a:off x="4900683" y="2834909"/>
            <a:ext cx="1474096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Throttle cable</a:t>
            </a:r>
          </a:p>
        </p:txBody>
      </p:sp>
      <p:cxnSp>
        <p:nvCxnSpPr>
          <p:cNvPr id="73" name="Elbow Connector 72"/>
          <p:cNvCxnSpPr>
            <a:stCxn id="71" idx="0"/>
            <a:endCxn id="69" idx="2"/>
          </p:cNvCxnSpPr>
          <p:nvPr/>
        </p:nvCxnSpPr>
        <p:spPr>
          <a:xfrm rot="16200000" flipV="1">
            <a:off x="4666874" y="1864050"/>
            <a:ext cx="643131" cy="129858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Elbow Connector 74"/>
          <p:cNvCxnSpPr>
            <a:stCxn id="71" idx="0"/>
            <a:endCxn id="68" idx="2"/>
          </p:cNvCxnSpPr>
          <p:nvPr/>
        </p:nvCxnSpPr>
        <p:spPr>
          <a:xfrm rot="5400000" flipH="1" flipV="1">
            <a:off x="5820465" y="2011686"/>
            <a:ext cx="640491" cy="100595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>
            <a:endCxn id="71" idx="2"/>
          </p:cNvCxnSpPr>
          <p:nvPr/>
        </p:nvCxnSpPr>
        <p:spPr>
          <a:xfrm flipH="1" flipV="1">
            <a:off x="5637732" y="3142686"/>
            <a:ext cx="1167165" cy="10100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Action Button: Return 27">
            <a:hlinkClick r:id="rId11" action="ppaction://hlinksldjump" highlightClick="1"/>
          </p:cNvPr>
          <p:cNvSpPr/>
          <p:nvPr/>
        </p:nvSpPr>
        <p:spPr>
          <a:xfrm>
            <a:off x="10385620" y="135737"/>
            <a:ext cx="228600" cy="233136"/>
          </a:xfrm>
          <a:prstGeom prst="actionButtonRetur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007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214464D-92EE-42A3-AE5F-4433F65B39B9}" type="slidenum">
              <a:rPr lang="en-US" altLang="zh-TW" smtClean="0"/>
              <a:pPr>
                <a:defRPr/>
              </a:pPr>
              <a:t>2</a:t>
            </a:fld>
            <a:endParaRPr lang="en-US" altLang="zh-TW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9" t="3846" r="3334" b="9615"/>
          <a:stretch/>
        </p:blipFill>
        <p:spPr>
          <a:xfrm>
            <a:off x="3505200" y="1447801"/>
            <a:ext cx="4953000" cy="31392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81794" y="426269"/>
            <a:ext cx="1959473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Seat cable</a:t>
            </a:r>
          </a:p>
        </p:txBody>
      </p:sp>
      <p:cxnSp>
        <p:nvCxnSpPr>
          <p:cNvPr id="7" name="Straight Arrow Connector 6"/>
          <p:cNvCxnSpPr>
            <a:stCxn id="4" idx="3"/>
          </p:cNvCxnSpPr>
          <p:nvPr/>
        </p:nvCxnSpPr>
        <p:spPr>
          <a:xfrm>
            <a:off x="3641266" y="595547"/>
            <a:ext cx="2149934" cy="187233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613105" y="442994"/>
            <a:ext cx="1987011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Fuel opener cable</a:t>
            </a:r>
          </a:p>
        </p:txBody>
      </p:sp>
      <p:sp>
        <p:nvSpPr>
          <p:cNvPr id="9" name="Rectangle 10"/>
          <p:cNvSpPr txBox="1">
            <a:spLocks noChangeArrowheads="1"/>
          </p:cNvSpPr>
          <p:nvPr/>
        </p:nvSpPr>
        <p:spPr bwMode="auto">
          <a:xfrm>
            <a:off x="1524000" y="0"/>
            <a:ext cx="9144000" cy="381000"/>
          </a:xfrm>
          <a:prstGeom prst="rect">
            <a:avLst/>
          </a:prstGeom>
          <a:gradFill rotWithShape="1">
            <a:gsLst>
              <a:gs pos="0">
                <a:srgbClr val="CCFFFF"/>
              </a:gs>
              <a:gs pos="50000">
                <a:schemeClr val="bg1"/>
              </a:gs>
              <a:gs pos="100000">
                <a:srgbClr val="CCFF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US" dirty="0"/>
              <a:t>Control cable </a:t>
            </a:r>
            <a:r>
              <a:rPr lang="en-US" dirty="0" err="1"/>
              <a:t>aplication</a:t>
            </a:r>
            <a:r>
              <a:rPr lang="en-US" dirty="0"/>
              <a:t> part</a:t>
            </a:r>
            <a:endParaRPr lang="en-US" altLang="zh-CN" dirty="0"/>
          </a:p>
        </p:txBody>
      </p:sp>
      <p:cxnSp>
        <p:nvCxnSpPr>
          <p:cNvPr id="10" name="Straight Arrow Connector 9"/>
          <p:cNvCxnSpPr>
            <a:stCxn id="12" idx="1"/>
          </p:cNvCxnSpPr>
          <p:nvPr/>
        </p:nvCxnSpPr>
        <p:spPr>
          <a:xfrm flipH="1">
            <a:off x="8065194" y="1579029"/>
            <a:ext cx="553682" cy="92949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653642" y="2639117"/>
            <a:ext cx="1987625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Hood latch cable</a:t>
            </a:r>
          </a:p>
        </p:txBody>
      </p:sp>
      <p:cxnSp>
        <p:nvCxnSpPr>
          <p:cNvPr id="15" name="Straight Arrow Connector 14"/>
          <p:cNvCxnSpPr>
            <a:stCxn id="21" idx="3"/>
          </p:cNvCxnSpPr>
          <p:nvPr/>
        </p:nvCxnSpPr>
        <p:spPr>
          <a:xfrm flipV="1">
            <a:off x="3651314" y="3609742"/>
            <a:ext cx="463486" cy="13761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390111" y="3825240"/>
            <a:ext cx="2213489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Door latch cable</a:t>
            </a:r>
          </a:p>
        </p:txBody>
      </p:sp>
      <p:cxnSp>
        <p:nvCxnSpPr>
          <p:cNvPr id="19" name="Straight Arrow Connector 18"/>
          <p:cNvCxnSpPr>
            <a:stCxn id="18" idx="1"/>
          </p:cNvCxnSpPr>
          <p:nvPr/>
        </p:nvCxnSpPr>
        <p:spPr>
          <a:xfrm flipH="1" flipV="1">
            <a:off x="7335520" y="3073329"/>
            <a:ext cx="1054590" cy="9211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656081" y="4614466"/>
            <a:ext cx="1964866" cy="86177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/>
              <a:t>Transmision</a:t>
            </a:r>
            <a:r>
              <a:rPr lang="en-US" sz="1600" dirty="0"/>
              <a:t> cable Throttle cable </a:t>
            </a:r>
          </a:p>
          <a:p>
            <a:pPr algn="ctr"/>
            <a:r>
              <a:rPr lang="en-US" sz="1600" dirty="0"/>
              <a:t>Clutch cable</a:t>
            </a:r>
          </a:p>
        </p:txBody>
      </p:sp>
      <p:cxnSp>
        <p:nvCxnSpPr>
          <p:cNvPr id="23" name="Straight Arrow Connector 22"/>
          <p:cNvCxnSpPr>
            <a:stCxn id="22" idx="3"/>
          </p:cNvCxnSpPr>
          <p:nvPr/>
        </p:nvCxnSpPr>
        <p:spPr>
          <a:xfrm flipV="1">
            <a:off x="3620947" y="3278387"/>
            <a:ext cx="1274742" cy="17669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733801" y="5157487"/>
            <a:ext cx="2568601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Parking brake </a:t>
            </a:r>
            <a:r>
              <a:rPr lang="en-US" sz="1600" dirty="0" err="1"/>
              <a:t>assy</a:t>
            </a:r>
            <a:r>
              <a:rPr lang="en-US" sz="1600" dirty="0"/>
              <a:t> cable</a:t>
            </a:r>
          </a:p>
        </p:txBody>
      </p:sp>
      <p:cxnSp>
        <p:nvCxnSpPr>
          <p:cNvPr id="28" name="Straight Arrow Connector 27"/>
          <p:cNvCxnSpPr>
            <a:stCxn id="27" idx="0"/>
          </p:cNvCxnSpPr>
          <p:nvPr/>
        </p:nvCxnSpPr>
        <p:spPr>
          <a:xfrm flipV="1">
            <a:off x="5018102" y="3130883"/>
            <a:ext cx="488345" cy="202660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2154" y="5485624"/>
            <a:ext cx="1979112" cy="1329039"/>
          </a:xfrm>
          <a:prstGeom prst="rect">
            <a:avLst/>
          </a:prstGeom>
          <a:ln>
            <a:solidFill>
              <a:srgbClr val="0070C0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663" y="5507774"/>
            <a:ext cx="2568601" cy="1274026"/>
          </a:xfrm>
          <a:prstGeom prst="rect">
            <a:avLst/>
          </a:prstGeom>
          <a:ln>
            <a:solidFill>
              <a:srgbClr val="0070C0"/>
            </a:solidFill>
          </a:ln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8877" y="795856"/>
            <a:ext cx="1981239" cy="1566345"/>
          </a:xfrm>
          <a:prstGeom prst="rect">
            <a:avLst/>
          </a:prstGeom>
          <a:ln>
            <a:solidFill>
              <a:srgbClr val="0070C0"/>
            </a:solidFill>
          </a:ln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3338" y="775281"/>
            <a:ext cx="1947929" cy="1724181"/>
          </a:xfrm>
          <a:prstGeom prst="rect">
            <a:avLst/>
          </a:prstGeom>
          <a:ln>
            <a:solidFill>
              <a:srgbClr val="0070C0"/>
            </a:solidFill>
          </a:ln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3690" y="2983460"/>
            <a:ext cx="1987625" cy="1527801"/>
          </a:xfrm>
          <a:prstGeom prst="rect">
            <a:avLst/>
          </a:prstGeom>
          <a:ln>
            <a:solidFill>
              <a:srgbClr val="0070C0"/>
            </a:solidFill>
          </a:ln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3723" y="5782605"/>
            <a:ext cx="3462941" cy="1002216"/>
          </a:xfrm>
          <a:prstGeom prst="rect">
            <a:avLst/>
          </a:prstGeom>
        </p:spPr>
      </p:pic>
      <p:pic>
        <p:nvPicPr>
          <p:cNvPr id="51" name="Picture 5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0158" y="4174254"/>
            <a:ext cx="2203441" cy="1158584"/>
          </a:xfrm>
          <a:prstGeom prst="rect">
            <a:avLst/>
          </a:prstGeom>
          <a:ln>
            <a:solidFill>
              <a:srgbClr val="0070C0"/>
            </a:solidFill>
          </a:ln>
        </p:spPr>
      </p:pic>
      <p:pic>
        <p:nvPicPr>
          <p:cNvPr id="53" name="Picture 5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721" y="2346654"/>
            <a:ext cx="1989606" cy="1391333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4501038" y="466910"/>
            <a:ext cx="37285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Manufacturing Capability</a:t>
            </a:r>
          </a:p>
          <a:p>
            <a:pPr algn="ctr"/>
            <a:r>
              <a:rPr lang="en-US" sz="3200" b="1" dirty="0"/>
              <a:t>Cable Tech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2520" y="4166938"/>
            <a:ext cx="1863280" cy="139566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454300" y="3948800"/>
            <a:ext cx="1755547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Windows cable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54300" y="4287354"/>
            <a:ext cx="1755547" cy="119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Arrow Connector 29"/>
          <p:cNvCxnSpPr>
            <a:stCxn id="29" idx="0"/>
          </p:cNvCxnSpPr>
          <p:nvPr/>
        </p:nvCxnSpPr>
        <p:spPr>
          <a:xfrm flipH="1" flipV="1">
            <a:off x="6707553" y="3130884"/>
            <a:ext cx="624521" cy="8179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Action Button: Return 30">
            <a:hlinkClick r:id="rId12" action="ppaction://hlinksldjump" highlightClick="1"/>
          </p:cNvPr>
          <p:cNvSpPr/>
          <p:nvPr/>
        </p:nvSpPr>
        <p:spPr>
          <a:xfrm>
            <a:off x="10385620" y="135737"/>
            <a:ext cx="228600" cy="233136"/>
          </a:xfrm>
          <a:prstGeom prst="actionButtonRetur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6530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</Words>
  <Application>Microsoft Office PowerPoint</Application>
  <PresentationFormat>Widescreen</PresentationFormat>
  <Paragraphs>20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CT IT</dc:creator>
  <cp:lastModifiedBy>CT IT</cp:lastModifiedBy>
  <cp:revision>1</cp:revision>
  <dcterms:created xsi:type="dcterms:W3CDTF">2025-05-16T08:52:45Z</dcterms:created>
  <dcterms:modified xsi:type="dcterms:W3CDTF">2025-05-16T08:53:21Z</dcterms:modified>
</cp:coreProperties>
</file>